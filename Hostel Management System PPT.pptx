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589C7-E4C2-4474-8BE3-1E4A8005285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7BC59-9C68-4481-80A1-051D5184202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166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BC59-9C68-4481-80A1-051D5184202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965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085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653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665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1558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684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994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604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227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028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064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9942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5544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555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5963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3664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8260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836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BF5843A-FB4A-4CED-8FA1-8F2234F21CBE}" type="datetimeFigureOut">
              <a:rPr lang="en-PK" smtClean="0"/>
              <a:t>08/01/2026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PK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4DF8011-D3A1-452F-AACA-44AF73C5CD0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665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4F77-95BB-6E12-F187-F950965FF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3811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Management System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OOP C++ semester project   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software engineering</a:t>
            </a:r>
            <a:endParaRPr lang="en-PK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129C98-98FB-D8E3-540F-050D73DC2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547" y="4243136"/>
            <a:ext cx="9144000" cy="185714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Submitted By: 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Khansha Urooj,   Maryam Asif,   Huda Khalid,   Alishba Sattar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        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Mam Ayesha Inayat</a:t>
            </a:r>
          </a:p>
        </p:txBody>
      </p:sp>
    </p:spTree>
    <p:extLst>
      <p:ext uri="{BB962C8B-B14F-4D97-AF65-F5344CB8AC3E}">
        <p14:creationId xmlns:p14="http://schemas.microsoft.com/office/powerpoint/2010/main" val="171276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1707-CDC5-9331-D454-92782EA4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Purpose: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3C88-A36D-0374-0899-5805CA52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cs typeface="Times New Roman" panose="02020603050405020304" pitchFamily="18" charset="0"/>
              </a:rPr>
              <a:t>The Hostel Management System is a console-based application developed in C++ using OOP concepts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Purpose: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Automate hostel operations.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Reduce manual work and errors.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Ensure secure admin-based access.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Provide reliable record management.</a:t>
            </a:r>
            <a:endParaRPr lang="en-PK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72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AE43-E22C-D0F2-C3CD-42426F5B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b="1" i="1" dirty="0"/>
              <a:t>: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36D7-24C9-A0F4-6D01-0A68B28C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568539"/>
            <a:ext cx="8825659" cy="349235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b="1" dirty="0"/>
              <a:t>Manual hostel management systems face issues such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/>
              <a:t>Room overbooking</a:t>
            </a:r>
          </a:p>
          <a:p>
            <a:r>
              <a:rPr lang="en-US" sz="3300" dirty="0"/>
              <a:t>Duplicate records</a:t>
            </a:r>
          </a:p>
          <a:p>
            <a:r>
              <a:rPr lang="en-US" sz="3300" dirty="0"/>
              <a:t>Incorrect fee calculation</a:t>
            </a:r>
          </a:p>
          <a:p>
            <a:r>
              <a:rPr lang="en-US" sz="3300" dirty="0"/>
              <a:t>Loss of student data</a:t>
            </a:r>
          </a:p>
          <a:p>
            <a:pPr marL="0" indent="0">
              <a:buNone/>
            </a:pPr>
            <a:r>
              <a:rPr lang="en-US" sz="4200" b="1" dirty="0"/>
              <a:t>Solution:</a:t>
            </a:r>
          </a:p>
          <a:p>
            <a:pPr marL="0" indent="0">
              <a:buNone/>
            </a:pPr>
            <a:r>
              <a:rPr lang="en-US" sz="3300" dirty="0"/>
              <a:t>A computerized system with:</a:t>
            </a:r>
          </a:p>
          <a:p>
            <a:r>
              <a:rPr lang="en-US" sz="3300" dirty="0"/>
              <a:t>Capacity validation</a:t>
            </a:r>
          </a:p>
          <a:p>
            <a:r>
              <a:rPr lang="en-US" sz="3300" dirty="0"/>
              <a:t>File handling</a:t>
            </a:r>
          </a:p>
          <a:p>
            <a:r>
              <a:rPr lang="en-US" sz="3300" dirty="0"/>
              <a:t>Exception handling</a:t>
            </a:r>
            <a:endParaRPr lang="en-PK" sz="3300" dirty="0"/>
          </a:p>
        </p:txBody>
      </p:sp>
    </p:spTree>
    <p:extLst>
      <p:ext uri="{BB962C8B-B14F-4D97-AF65-F5344CB8AC3E}">
        <p14:creationId xmlns:p14="http://schemas.microsoft.com/office/powerpoint/2010/main" val="309963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921C-B9E4-23F1-047A-B067022B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D03E-A3D8-099B-12DD-120F6757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Menu-driven console application:</a:t>
            </a:r>
          </a:p>
          <a:p>
            <a:r>
              <a:rPr lang="en-US" dirty="0"/>
              <a:t>Developed in C++</a:t>
            </a:r>
          </a:p>
          <a:p>
            <a:r>
              <a:rPr lang="en-US" dirty="0"/>
              <a:t>Uses Object Oriented Programming</a:t>
            </a:r>
          </a:p>
          <a:p>
            <a:r>
              <a:rPr lang="en-US" dirty="0"/>
              <a:t>File-based data storage</a:t>
            </a:r>
          </a:p>
          <a:p>
            <a:pPr marL="0" indent="0">
              <a:buNone/>
            </a:pPr>
            <a:r>
              <a:rPr lang="en-US" sz="2000" b="1" dirty="0"/>
              <a:t>Main Operations:</a:t>
            </a:r>
          </a:p>
          <a:p>
            <a:r>
              <a:rPr lang="en-US" dirty="0"/>
              <a:t>Add Room</a:t>
            </a:r>
          </a:p>
          <a:p>
            <a:r>
              <a:rPr lang="en-US" dirty="0"/>
              <a:t>Add Student</a:t>
            </a:r>
          </a:p>
          <a:p>
            <a:r>
              <a:rPr lang="en-US" dirty="0"/>
              <a:t>Manage Mess</a:t>
            </a:r>
          </a:p>
          <a:p>
            <a:r>
              <a:rPr lang="en-US" dirty="0"/>
              <a:t>Generate &amp; View Fee Vouchers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3484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1B7A-AA24-5207-3AAF-B45FDD56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Operating Environment: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3A9A-A4BE-25F4-2A0D-E805C501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User:</a:t>
            </a:r>
          </a:p>
          <a:p>
            <a:r>
              <a:rPr lang="en-US" dirty="0"/>
              <a:t>Admin (Only User)</a:t>
            </a:r>
          </a:p>
          <a:p>
            <a:r>
              <a:rPr lang="en-US" dirty="0"/>
              <a:t>Full control of system</a:t>
            </a:r>
          </a:p>
          <a:p>
            <a:r>
              <a:rPr lang="en-US" dirty="0"/>
              <a:t>Secure login (3 attempts allowed)</a:t>
            </a:r>
          </a:p>
          <a:p>
            <a:pPr marL="0" indent="0">
              <a:buNone/>
            </a:pPr>
            <a:r>
              <a:rPr lang="en-US" sz="2000" b="1" dirty="0"/>
              <a:t>Environment:</a:t>
            </a:r>
          </a:p>
          <a:p>
            <a:r>
              <a:rPr lang="en-US" dirty="0"/>
              <a:t>Language: C++Compiler: Dev-C++ / </a:t>
            </a:r>
            <a:r>
              <a:rPr lang="en-US" dirty="0" err="1"/>
              <a:t>CodeBlocks</a:t>
            </a:r>
            <a:endParaRPr lang="en-US" dirty="0"/>
          </a:p>
          <a:p>
            <a:r>
              <a:rPr lang="en-US" dirty="0"/>
              <a:t>Platform: Windows</a:t>
            </a:r>
          </a:p>
          <a:p>
            <a:r>
              <a:rPr lang="en-US" dirty="0"/>
              <a:t>Storage: Text files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6349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B435-841F-7152-7CDA-AD9E4660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76C5-B6B1-DA34-60C7-C66625EC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 message displayed</a:t>
            </a:r>
          </a:p>
          <a:p>
            <a:r>
              <a:rPr lang="en-US" dirty="0"/>
              <a:t>Admin login authentication</a:t>
            </a:r>
          </a:p>
          <a:p>
            <a:r>
              <a:rPr lang="en-US" dirty="0"/>
              <a:t>Main menu shown</a:t>
            </a:r>
          </a:p>
          <a:p>
            <a:r>
              <a:rPr lang="en-US" dirty="0"/>
              <a:t>Admin selects operation</a:t>
            </a:r>
          </a:p>
          <a:p>
            <a:r>
              <a:rPr lang="en-US" dirty="0"/>
              <a:t>Data stored in files</a:t>
            </a:r>
          </a:p>
          <a:p>
            <a:r>
              <a:rPr lang="en-US" dirty="0"/>
              <a:t>Exceptions handled if errors occur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770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4A66-51DE-315A-29C6-F03B5074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1F35-1C85-A0F6-25B7-B9EE1028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admin login</a:t>
            </a:r>
          </a:p>
          <a:p>
            <a:r>
              <a:rPr lang="en-US" dirty="0"/>
              <a:t>Room capacity control</a:t>
            </a:r>
          </a:p>
          <a:p>
            <a:r>
              <a:rPr lang="en-US" dirty="0"/>
              <a:t>Automatic roll number generation</a:t>
            </a:r>
          </a:p>
          <a:p>
            <a:r>
              <a:rPr lang="en-US" dirty="0"/>
              <a:t>Mess management</a:t>
            </a:r>
          </a:p>
          <a:p>
            <a:r>
              <a:rPr lang="en-US" dirty="0"/>
              <a:t>Fee calculation</a:t>
            </a:r>
          </a:p>
          <a:p>
            <a:r>
              <a:rPr lang="en-US" dirty="0"/>
              <a:t>Voucher generation</a:t>
            </a:r>
          </a:p>
          <a:p>
            <a:r>
              <a:rPr lang="en-US" dirty="0"/>
              <a:t>Robust exception handling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2622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E769-A9C7-B69C-42D2-5F31E530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AA02-A06D-F6B4-3665-8AC7A9CC4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Major modules of the system:</a:t>
            </a:r>
          </a:p>
          <a:p>
            <a:r>
              <a:rPr lang="en-US" dirty="0"/>
              <a:t>Admin Login</a:t>
            </a:r>
          </a:p>
          <a:p>
            <a:r>
              <a:rPr lang="en-US" dirty="0"/>
              <a:t>Room Management</a:t>
            </a:r>
          </a:p>
          <a:p>
            <a:r>
              <a:rPr lang="en-US" dirty="0"/>
              <a:t>Student Management</a:t>
            </a:r>
          </a:p>
          <a:p>
            <a:r>
              <a:rPr lang="en-US" dirty="0"/>
              <a:t>Mess Management</a:t>
            </a:r>
          </a:p>
          <a:p>
            <a:r>
              <a:rPr lang="en-US" dirty="0"/>
              <a:t>Fee Calculation</a:t>
            </a:r>
          </a:p>
          <a:p>
            <a:r>
              <a:rPr lang="en-US" dirty="0"/>
              <a:t>Voucher Generation</a:t>
            </a:r>
          </a:p>
          <a:p>
            <a:r>
              <a:rPr lang="en-US" dirty="0"/>
              <a:t>File Handling</a:t>
            </a:r>
          </a:p>
          <a:p>
            <a:r>
              <a:rPr lang="en-US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270906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896-809A-55EC-7EB3-956F470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CB7F5-9BFA-A98E-F153-4CE42C437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5141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/>
              <a:t>Functionality:</a:t>
            </a:r>
          </a:p>
          <a:p>
            <a:r>
              <a:rPr lang="en-US" sz="3600" dirty="0"/>
              <a:t>- Secure admin authentication</a:t>
            </a:r>
          </a:p>
          <a:p>
            <a:r>
              <a:rPr lang="en-US" sz="3600" dirty="0"/>
              <a:t>- Max 3 login attempts</a:t>
            </a:r>
          </a:p>
          <a:p>
            <a:endParaRPr lang="en-US" sz="3800" dirty="0"/>
          </a:p>
          <a:p>
            <a:pPr marL="0" indent="0">
              <a:buNone/>
            </a:pPr>
            <a:r>
              <a:rPr lang="en-US" sz="3600" b="1" dirty="0"/>
              <a:t>OOP Concepts:</a:t>
            </a:r>
          </a:p>
          <a:p>
            <a:r>
              <a:rPr lang="en-US" sz="3800" dirty="0"/>
              <a:t>- </a:t>
            </a:r>
            <a:r>
              <a:rPr lang="en-US" sz="3600" dirty="0"/>
              <a:t>Encapsulation</a:t>
            </a:r>
          </a:p>
          <a:p>
            <a:r>
              <a:rPr lang="en-US" sz="3600" dirty="0"/>
              <a:t>- Functions</a:t>
            </a:r>
          </a:p>
          <a:p>
            <a:endParaRPr lang="en-US" sz="3800" dirty="0"/>
          </a:p>
          <a:p>
            <a:pPr marL="0" indent="0">
              <a:buNone/>
            </a:pPr>
            <a:r>
              <a:rPr lang="en-US" sz="3600" b="1" dirty="0"/>
              <a:t>Exception Handling:</a:t>
            </a:r>
          </a:p>
          <a:p>
            <a:r>
              <a:rPr lang="en-US" sz="3800" dirty="0"/>
              <a:t>- </a:t>
            </a:r>
            <a:r>
              <a:rPr lang="en-US" sz="3600" dirty="0"/>
              <a:t>Handles invalid login attempts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0970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548A-8F9A-5218-860A-8ED138B0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Management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2DC8-1B9E-3963-0E2F-29869F2DE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0233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Functionality:</a:t>
            </a:r>
          </a:p>
          <a:p>
            <a:r>
              <a:rPr lang="en-US" sz="6400" dirty="0"/>
              <a:t>- Add rooms</a:t>
            </a:r>
          </a:p>
          <a:p>
            <a:r>
              <a:rPr lang="en-US" sz="6400" dirty="0"/>
              <a:t>- Set seater capacity</a:t>
            </a:r>
          </a:p>
          <a:p>
            <a:endParaRPr lang="en-US" sz="6400" b="1" dirty="0"/>
          </a:p>
          <a:p>
            <a:pPr marL="0" indent="0">
              <a:buNone/>
            </a:pPr>
            <a:r>
              <a:rPr lang="en-US" sz="7200" b="1" dirty="0"/>
              <a:t>OOP Concepts:</a:t>
            </a:r>
          </a:p>
          <a:p>
            <a:r>
              <a:rPr lang="en-US" sz="6400" dirty="0"/>
              <a:t>- Class (Room)</a:t>
            </a:r>
          </a:p>
          <a:p>
            <a:r>
              <a:rPr lang="en-US" sz="6400" dirty="0"/>
              <a:t>- Constructor</a:t>
            </a:r>
          </a:p>
          <a:p>
            <a:r>
              <a:rPr lang="en-US" sz="6400" dirty="0"/>
              <a:t>- Encapsulation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7200" b="1" dirty="0"/>
              <a:t>Exception Handling:</a:t>
            </a:r>
          </a:p>
          <a:p>
            <a:r>
              <a:rPr lang="en-US" sz="6400" dirty="0"/>
              <a:t>- Invalid seater</a:t>
            </a:r>
          </a:p>
          <a:p>
            <a:r>
              <a:rPr lang="en-US" sz="6400" dirty="0"/>
              <a:t>- Duplicate room number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190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6DCB-F655-9FAB-068E-E4EE0C27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Capacity Control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57CB-2A0D-150E-1B76-4F0B5087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Functionality:</a:t>
            </a:r>
          </a:p>
          <a:p>
            <a:r>
              <a:rPr lang="en-US" dirty="0"/>
              <a:t>- Prevent room overbooking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OOP Concepts:</a:t>
            </a:r>
          </a:p>
          <a:p>
            <a:r>
              <a:rPr lang="en-US" dirty="0"/>
              <a:t>- Data hiding</a:t>
            </a:r>
          </a:p>
          <a:p>
            <a:r>
              <a:rPr lang="en-US" dirty="0"/>
              <a:t>- Member functions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Exception Handling:</a:t>
            </a:r>
          </a:p>
          <a:p>
            <a:r>
              <a:rPr lang="en-US" dirty="0"/>
              <a:t>- Throws exception when room is full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5735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14E3-BFAC-18BA-A8F7-E418CD83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5A4D-09A2-D9C3-F55E-630346D0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541855"/>
            <a:ext cx="8825659" cy="39822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b="1" dirty="0"/>
              <a:t>Functionality:</a:t>
            </a:r>
          </a:p>
          <a:p>
            <a:r>
              <a:rPr lang="en-US" dirty="0"/>
              <a:t>- </a:t>
            </a:r>
            <a:r>
              <a:rPr lang="en-US" sz="2100" dirty="0"/>
              <a:t>Register students</a:t>
            </a:r>
          </a:p>
          <a:p>
            <a:r>
              <a:rPr lang="en-US" sz="2100" dirty="0"/>
              <a:t>- Auto roll number generation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US" sz="2300" b="1" dirty="0"/>
              <a:t>OOP Concepts:</a:t>
            </a:r>
          </a:p>
          <a:p>
            <a:r>
              <a:rPr lang="en-US" dirty="0"/>
              <a:t>- </a:t>
            </a:r>
            <a:r>
              <a:rPr lang="en-US" sz="2000" dirty="0"/>
              <a:t>Class (Student)</a:t>
            </a:r>
          </a:p>
          <a:p>
            <a:r>
              <a:rPr lang="en-US" sz="2000" dirty="0"/>
              <a:t>- Static data member</a:t>
            </a:r>
          </a:p>
          <a:p>
            <a:r>
              <a:rPr lang="en-US" sz="2000" dirty="0"/>
              <a:t>- Association (Student–Room)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300" b="1" dirty="0"/>
              <a:t>Exception Handling:</a:t>
            </a:r>
          </a:p>
          <a:p>
            <a:r>
              <a:rPr lang="en-US" dirty="0"/>
              <a:t>- </a:t>
            </a:r>
            <a:r>
              <a:rPr lang="en-US" sz="2000" dirty="0"/>
              <a:t>Invalid room selection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362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6452-1BB4-D6A2-4C7F-6EA56A45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 Management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9A336-C88A-5E11-810F-30AD30A3A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694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/>
              <a:t>Functionality:</a:t>
            </a:r>
          </a:p>
          <a:p>
            <a:r>
              <a:rPr lang="en-US" dirty="0"/>
              <a:t>- Enable/disable mess</a:t>
            </a:r>
          </a:p>
          <a:p>
            <a:r>
              <a:rPr lang="en-US" dirty="0"/>
              <a:t>- Store mess students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b="1" dirty="0"/>
              <a:t>OOP Concepts:</a:t>
            </a:r>
            <a:endParaRPr lang="en-US" dirty="0"/>
          </a:p>
          <a:p>
            <a:r>
              <a:rPr lang="en-US" dirty="0"/>
              <a:t>- Inheritance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b="1" dirty="0"/>
              <a:t>Exception Handling:</a:t>
            </a:r>
          </a:p>
          <a:p>
            <a:r>
              <a:rPr lang="en-US" dirty="0"/>
              <a:t>- Safe file access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0957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202D-9081-E4A8-5D4B-93A35466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Calculation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DFD5-B989-57A7-21C5-70AA1BCEC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Functionality:</a:t>
            </a:r>
          </a:p>
          <a:p>
            <a:r>
              <a:rPr lang="en-US" dirty="0"/>
              <a:t>- Calculate hostel + mess fee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OOP Concepts:</a:t>
            </a:r>
          </a:p>
          <a:p>
            <a:r>
              <a:rPr lang="en-US" dirty="0"/>
              <a:t>- Abstraction</a:t>
            </a:r>
          </a:p>
          <a:p>
            <a:r>
              <a:rPr lang="en-US" dirty="0"/>
              <a:t>- Const member function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Exception Handling:</a:t>
            </a:r>
          </a:p>
          <a:p>
            <a:r>
              <a:rPr lang="en-US" dirty="0"/>
              <a:t>- Prevents invalid fee logic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19948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C943-4874-C87F-11C3-78F325E3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Voucher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6027-0389-8797-12B8-F60D8B78D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/>
              <a:t>Functionality:</a:t>
            </a:r>
          </a:p>
          <a:p>
            <a:r>
              <a:rPr lang="en-US" dirty="0"/>
              <a:t>- Generate fee vouchers</a:t>
            </a:r>
          </a:p>
          <a:p>
            <a:r>
              <a:rPr lang="en-US" dirty="0"/>
              <a:t>- Save to file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US" sz="2400" b="1" dirty="0"/>
              <a:t>OOP Concepts:</a:t>
            </a:r>
          </a:p>
          <a:p>
            <a:r>
              <a:rPr lang="en-US" dirty="0"/>
              <a:t>- File handling</a:t>
            </a:r>
          </a:p>
          <a:p>
            <a:r>
              <a:rPr lang="en-US" dirty="0"/>
              <a:t>- Object interaction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Exception Handling:</a:t>
            </a:r>
          </a:p>
          <a:p>
            <a:r>
              <a:rPr lang="en-US" dirty="0"/>
              <a:t>- Voucher not found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6487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B226-53B8-309A-AA13-5A1A5037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40DB-381C-C1D1-CE14-7DBEC9744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Functionality:</a:t>
            </a:r>
          </a:p>
          <a:p>
            <a:r>
              <a:rPr lang="en-US" dirty="0"/>
              <a:t>- Store students, mess, vouchers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OOP Concepts:</a:t>
            </a:r>
          </a:p>
          <a:p>
            <a:r>
              <a:rPr lang="en-US" dirty="0"/>
              <a:t>- Streams</a:t>
            </a:r>
          </a:p>
          <a:p>
            <a:r>
              <a:rPr lang="en-US" dirty="0"/>
              <a:t>- Data persistence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Exception Handling:</a:t>
            </a:r>
          </a:p>
          <a:p>
            <a:r>
              <a:rPr lang="en-US" dirty="0"/>
              <a:t>- File open failure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3865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C00A-D072-DEA6-F46C-1C0B6D19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FF77-EA0D-84BB-06E6-C9AAE100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459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b="1" dirty="0"/>
              <a:t>Functionality:</a:t>
            </a:r>
          </a:p>
          <a:p>
            <a:r>
              <a:rPr lang="en-US" dirty="0"/>
              <a:t>- </a:t>
            </a:r>
            <a:r>
              <a:rPr lang="en-US" sz="2100" dirty="0"/>
              <a:t>Handles runtime errors</a:t>
            </a:r>
          </a:p>
          <a:p>
            <a:r>
              <a:rPr lang="en-US" sz="2100" dirty="0"/>
              <a:t>- Prevents crashes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2100" b="1" dirty="0"/>
              <a:t>OOP Concepts:</a:t>
            </a:r>
          </a:p>
          <a:p>
            <a:r>
              <a:rPr lang="en-US" dirty="0"/>
              <a:t>- </a:t>
            </a:r>
            <a:r>
              <a:rPr lang="en-US" sz="1900" dirty="0"/>
              <a:t>try / throw / catch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300" b="1" dirty="0"/>
              <a:t>Handled Exceptions:</a:t>
            </a:r>
          </a:p>
          <a:p>
            <a:r>
              <a:rPr lang="en-US" sz="2100" dirty="0"/>
              <a:t>- Room full</a:t>
            </a:r>
          </a:p>
          <a:p>
            <a:r>
              <a:rPr lang="en-US" sz="2100" dirty="0"/>
              <a:t>- Invalid input</a:t>
            </a:r>
          </a:p>
          <a:p>
            <a:r>
              <a:rPr lang="en-US" sz="2100" dirty="0"/>
              <a:t>- File not found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046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2454-A62B-EE40-B6A4-603C4C3A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Control Module: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AB41F-8BA7-4ECC-0C99-B3B2EF912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509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Functionality:</a:t>
            </a:r>
          </a:p>
          <a:p>
            <a:r>
              <a:rPr lang="en-US" dirty="0"/>
              <a:t>- Controls system flow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OOP Concepts:</a:t>
            </a:r>
            <a:endParaRPr lang="en-US" dirty="0"/>
          </a:p>
          <a:p>
            <a:r>
              <a:rPr lang="en-US" dirty="0"/>
              <a:t>- Function calls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Exception Handling:</a:t>
            </a:r>
          </a:p>
          <a:p>
            <a:r>
              <a:rPr lang="en-US" dirty="0"/>
              <a:t>- Safe navigation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9899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E727-0D60-263E-5313-1F88802D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D618-E311-F881-9FBF-D8782090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797300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Prevents system crashes</a:t>
            </a:r>
          </a:p>
          <a:p>
            <a:r>
              <a:rPr lang="en-US" sz="1900" dirty="0"/>
              <a:t>Handles invalid inputs</a:t>
            </a:r>
          </a:p>
          <a:p>
            <a:r>
              <a:rPr lang="en-US" sz="1900" dirty="0"/>
              <a:t>Improves system reliability</a:t>
            </a:r>
          </a:p>
          <a:p>
            <a:r>
              <a:rPr lang="en-US" sz="1900" dirty="0"/>
              <a:t>Exceptions Handled:</a:t>
            </a:r>
          </a:p>
          <a:p>
            <a:r>
              <a:rPr lang="en-US" sz="1900" dirty="0"/>
              <a:t>Room full</a:t>
            </a:r>
          </a:p>
          <a:p>
            <a:r>
              <a:rPr lang="en-US" sz="1900" dirty="0"/>
              <a:t>Invalid room selection</a:t>
            </a:r>
          </a:p>
          <a:p>
            <a:r>
              <a:rPr lang="en-US" sz="1900" dirty="0"/>
              <a:t>Invalid seater input</a:t>
            </a:r>
          </a:p>
          <a:p>
            <a:r>
              <a:rPr lang="en-US" sz="1900" dirty="0"/>
              <a:t>Voucher not found</a:t>
            </a:r>
          </a:p>
          <a:p>
            <a:pPr marL="0" indent="0">
              <a:buNone/>
            </a:pPr>
            <a:r>
              <a:rPr lang="en-US" sz="1900" b="1" dirty="0"/>
              <a:t>OOP Concept Used:</a:t>
            </a:r>
          </a:p>
          <a:p>
            <a:r>
              <a:rPr lang="en-US" dirty="0"/>
              <a:t>try, throw, catch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1482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E5E4-C813-6F02-B77A-B1F932C1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File Handling: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922C-8556-6E29-5C83-E22FE3E02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Files Used:</a:t>
            </a:r>
          </a:p>
          <a:p>
            <a:r>
              <a:rPr lang="en-US" dirty="0"/>
              <a:t>students.txt → Student records</a:t>
            </a:r>
          </a:p>
          <a:p>
            <a:r>
              <a:rPr lang="en-US" dirty="0"/>
              <a:t>mess.txt → Mess students</a:t>
            </a:r>
          </a:p>
          <a:p>
            <a:r>
              <a:rPr lang="en-US" dirty="0"/>
              <a:t>voucher_roll.txt → Fee vouchers</a:t>
            </a:r>
          </a:p>
          <a:p>
            <a:pPr marL="0" indent="0">
              <a:buNone/>
            </a:pPr>
            <a:r>
              <a:rPr lang="en-US" sz="2000" b="1" dirty="0"/>
              <a:t>Benefits:</a:t>
            </a:r>
          </a:p>
          <a:p>
            <a:r>
              <a:rPr lang="en-US" dirty="0"/>
              <a:t>Permanent data storage</a:t>
            </a:r>
          </a:p>
          <a:p>
            <a:r>
              <a:rPr lang="en-US" dirty="0"/>
              <a:t>Data persistence</a:t>
            </a:r>
          </a:p>
          <a:p>
            <a:r>
              <a:rPr lang="en-US" dirty="0"/>
              <a:t>Easy retrieval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7591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19FD-4D46-FC60-93E6-33B8EC89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Advantages, Limitations &amp;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2BD6-4739-660D-96DF-22662852A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644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900" b="1" dirty="0"/>
              <a:t>Advantages:</a:t>
            </a:r>
          </a:p>
          <a:p>
            <a:r>
              <a:rPr lang="en-US" dirty="0"/>
              <a:t>Accurate fee calculation</a:t>
            </a:r>
          </a:p>
          <a:p>
            <a:r>
              <a:rPr lang="en-US" dirty="0"/>
              <a:t>Secure admin access</a:t>
            </a:r>
          </a:p>
          <a:p>
            <a:r>
              <a:rPr lang="en-US" dirty="0"/>
              <a:t>Error-free execution</a:t>
            </a:r>
          </a:p>
          <a:p>
            <a:r>
              <a:rPr lang="en-US" dirty="0"/>
              <a:t>Reduces manual workload</a:t>
            </a:r>
          </a:p>
          <a:p>
            <a:pPr marL="0" indent="0">
              <a:buNone/>
            </a:pPr>
            <a:r>
              <a:rPr lang="en-US" sz="1900" b="1" dirty="0"/>
              <a:t>Limitations:</a:t>
            </a:r>
          </a:p>
          <a:p>
            <a:r>
              <a:rPr lang="en-US" dirty="0"/>
              <a:t>Console-based</a:t>
            </a:r>
          </a:p>
          <a:p>
            <a:r>
              <a:rPr lang="en-US" dirty="0"/>
              <a:t>Admin-only system</a:t>
            </a:r>
          </a:p>
          <a:p>
            <a:r>
              <a:rPr lang="en-US" dirty="0"/>
              <a:t>Text file storage</a:t>
            </a:r>
          </a:p>
          <a:p>
            <a:pPr marL="0" indent="0">
              <a:buNone/>
            </a:pPr>
            <a:r>
              <a:rPr lang="en-US" sz="1900" b="1" dirty="0"/>
              <a:t>Future Enhancements:</a:t>
            </a:r>
          </a:p>
          <a:p>
            <a:r>
              <a:rPr lang="en-US" dirty="0"/>
              <a:t>GUI</a:t>
            </a:r>
          </a:p>
          <a:p>
            <a:r>
              <a:rPr lang="en-US" dirty="0"/>
              <a:t>Database integration</a:t>
            </a:r>
          </a:p>
          <a:p>
            <a:r>
              <a:rPr lang="en-US" dirty="0"/>
              <a:t>Student login</a:t>
            </a:r>
          </a:p>
          <a:p>
            <a:r>
              <a:rPr lang="en-US" dirty="0"/>
              <a:t>Online payment system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206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D042-DEF0-6822-741B-0E8C95B4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PK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E35E-7E12-4732-1396-E554DB16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The Hostel Management System:</a:t>
            </a:r>
          </a:p>
          <a:p>
            <a:r>
              <a:rPr lang="en-US" dirty="0"/>
              <a:t>Implements OOP concepts effectively</a:t>
            </a:r>
          </a:p>
          <a:p>
            <a:r>
              <a:rPr lang="en-US" dirty="0"/>
              <a:t>Uses exception handling for reliability</a:t>
            </a:r>
          </a:p>
          <a:p>
            <a:r>
              <a:rPr lang="en-US" dirty="0"/>
              <a:t>Uses file handling for permanent storage</a:t>
            </a:r>
          </a:p>
          <a:p>
            <a:r>
              <a:rPr lang="en-US" dirty="0"/>
              <a:t>Meets academic project requirements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9910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37C9-8025-0723-7BAB-707E27F0C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596" y="2099733"/>
            <a:ext cx="11363217" cy="1588689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Aptos" panose="020B0004020202020204" pitchFamily="34" charset="0"/>
                <a:cs typeface="Times New Roman" panose="02020603050405020304" pitchFamily="18" charset="0"/>
              </a:rPr>
              <a:t>THANK YOU</a:t>
            </a:r>
            <a:endParaRPr lang="en-PK" b="1" i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D4820-EFCC-6E31-6C28-D082C31A34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30722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79</TotalTime>
  <Words>712</Words>
  <Application>Microsoft Office PowerPoint</Application>
  <PresentationFormat>Widescreen</PresentationFormat>
  <Paragraphs>220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Hostel Management System  An OOP C++ semester project     Department of software engineering</vt:lpstr>
      <vt:lpstr>Introduction &amp; Purpose:</vt:lpstr>
      <vt:lpstr> Problem Statement:</vt:lpstr>
      <vt:lpstr>System Overview:</vt:lpstr>
      <vt:lpstr> User &amp; Operating Environment:</vt:lpstr>
      <vt:lpstr>System Workflow:</vt:lpstr>
      <vt:lpstr>Key Features:</vt:lpstr>
      <vt:lpstr>System Modules:</vt:lpstr>
      <vt:lpstr>Admin Login Module:</vt:lpstr>
      <vt:lpstr>Room Management Module:</vt:lpstr>
      <vt:lpstr>Room Capacity Control Module:</vt:lpstr>
      <vt:lpstr>Student Management Module:</vt:lpstr>
      <vt:lpstr>Mess Management Module:</vt:lpstr>
      <vt:lpstr>Fee Calculation Module:</vt:lpstr>
      <vt:lpstr>Fee Voucher Module:</vt:lpstr>
      <vt:lpstr>File Handling Module:</vt:lpstr>
      <vt:lpstr>Exception Handling Module:</vt:lpstr>
      <vt:lpstr>Menu Control Module:</vt:lpstr>
      <vt:lpstr>Exception Handling:</vt:lpstr>
      <vt:lpstr>File Handling:</vt:lpstr>
      <vt:lpstr>Advantages, Limitations &amp; Future Enhancements:</vt:lpstr>
      <vt:lpstr>Conclusion: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alishba sattar</dc:creator>
  <cp:lastModifiedBy>alishba sattar</cp:lastModifiedBy>
  <cp:revision>1</cp:revision>
  <dcterms:created xsi:type="dcterms:W3CDTF">2026-01-08T16:26:07Z</dcterms:created>
  <dcterms:modified xsi:type="dcterms:W3CDTF">2026-01-08T17:45:23Z</dcterms:modified>
</cp:coreProperties>
</file>